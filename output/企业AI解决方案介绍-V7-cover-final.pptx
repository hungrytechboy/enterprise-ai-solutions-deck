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bb61d9fbd42a2" /><Relationship Type="http://schemas.openxmlformats.org/officeDocument/2006/relationships/extended-properties" Target="/docProps/app.xml" Id="Rb08b8dda7ff04ec0" /><Relationship Type="http://schemas.openxmlformats.org/officeDocument/2006/relationships/officeDocument" Target="/ppt/presentation.xml" Id="Reba7d60ca559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988907d184434"/>
  </p:sldMasterIdLst>
  <p:notesMasterIdLst>
    <p:notesMasterId xmlns:r="http://schemas.openxmlformats.org/officeDocument/2006/relationships" r:id="R20150f5374764e62"/>
  </p:notesMasterIdLst>
  <p:sldIdLst>
    <p:sldId xmlns:r="http://schemas.openxmlformats.org/officeDocument/2006/relationships" id="256" r:id="Re078d0bc9b864120"/>
    <p:sldId xmlns:r="http://schemas.openxmlformats.org/officeDocument/2006/relationships" id="257" r:id="R6b5dd0091e674f8d"/>
    <p:sldId xmlns:r="http://schemas.openxmlformats.org/officeDocument/2006/relationships" id="258" r:id="R7f3606054d944142"/>
    <p:sldId xmlns:r="http://schemas.openxmlformats.org/officeDocument/2006/relationships" id="259" r:id="Rf5e76107b426464b"/>
    <p:sldId xmlns:r="http://schemas.openxmlformats.org/officeDocument/2006/relationships" id="260" r:id="R7db6f9da41854965"/>
    <p:sldId xmlns:r="http://schemas.openxmlformats.org/officeDocument/2006/relationships" id="261" r:id="R9aae8de7e9f84d23"/>
    <p:sldId xmlns:r="http://schemas.openxmlformats.org/officeDocument/2006/relationships" id="262" r:id="Rddf4575475514b29"/>
    <p:sldId xmlns:r="http://schemas.openxmlformats.org/officeDocument/2006/relationships" id="263" r:id="R23b12caa74d8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540d696864100" /><Relationship Type="http://schemas.openxmlformats.org/officeDocument/2006/relationships/slideMaster" Target="/ppt/slideMasters/slideMaster1.xml" Id="R5ab988907d184434" /><Relationship Type="http://schemas.openxmlformats.org/officeDocument/2006/relationships/notesMaster" Target="/ppt/notesMasters/notesMaster1.xml" Id="R20150f5374764e62" /><Relationship Type="http://schemas.openxmlformats.org/officeDocument/2006/relationships/presProps" Target="/ppt/presProps.xml" Id="Rd74255e04ea743f5" /><Relationship Type="http://schemas.openxmlformats.org/officeDocument/2006/relationships/tableStyles" Target="/ppt/tableStyles.xml" Id="Rcfddab7980794f39" /><Relationship Type="http://schemas.openxmlformats.org/officeDocument/2006/relationships/slide" Target="/ppt/slides/slide1.xml" Id="Re078d0bc9b864120" /><Relationship Type="http://schemas.openxmlformats.org/officeDocument/2006/relationships/slide" Target="/ppt/slides/slide2.xml" Id="R6b5dd0091e674f8d" /><Relationship Type="http://schemas.openxmlformats.org/officeDocument/2006/relationships/slide" Target="/ppt/slides/slide3.xml" Id="R7f3606054d944142" /><Relationship Type="http://schemas.openxmlformats.org/officeDocument/2006/relationships/slide" Target="/ppt/slides/slide4.xml" Id="Rf5e76107b426464b" /><Relationship Type="http://schemas.openxmlformats.org/officeDocument/2006/relationships/slide" Target="/ppt/slides/slide5.xml" Id="R7db6f9da41854965" /><Relationship Type="http://schemas.openxmlformats.org/officeDocument/2006/relationships/slide" Target="/ppt/slides/slide6.xml" Id="R9aae8de7e9f84d23" /><Relationship Type="http://schemas.openxmlformats.org/officeDocument/2006/relationships/slide" Target="/ppt/slides/slide7.xml" Id="Rddf4575475514b29" /><Relationship Type="http://schemas.openxmlformats.org/officeDocument/2006/relationships/slide" Target="/ppt/slides/slide8.xml" Id="R23b12caa74d8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0e77b4e35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2fe25796943bd" /><Relationship Type="http://schemas.openxmlformats.org/officeDocument/2006/relationships/notesMaster" Target="/ppt/notesMasters/notesMaster1.xml" Id="Rc4f4589e270a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e13e806bc64aee" /><Relationship Type="http://schemas.openxmlformats.org/officeDocument/2006/relationships/notesMaster" Target="/ppt/notesMasters/notesMaster1.xml" Id="Rcc84ca7470f1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bbfb28fba4df4" /><Relationship Type="http://schemas.openxmlformats.org/officeDocument/2006/relationships/notesMaster" Target="/ppt/notesMasters/notesMaster1.xml" Id="R84dcb26c50fc4a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fa863c9944a47" /><Relationship Type="http://schemas.openxmlformats.org/officeDocument/2006/relationships/notesMaster" Target="/ppt/notesMasters/notesMaster1.xml" Id="R9b19fa6a9104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572b4a5f54ad4" /><Relationship Type="http://schemas.openxmlformats.org/officeDocument/2006/relationships/notesMaster" Target="/ppt/notesMasters/notesMaster1.xml" Id="Rfcd8b9c79d3d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00438eedf34aca" /><Relationship Type="http://schemas.openxmlformats.org/officeDocument/2006/relationships/notesMaster" Target="/ppt/notesMasters/notesMaster1.xml" Id="Ra646d28c1fdc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edae152a364d45" /><Relationship Type="http://schemas.openxmlformats.org/officeDocument/2006/relationships/notesMaster" Target="/ppt/notesMasters/notesMaster1.xml" Id="Rc828a3648237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3085d0abb04bb7" /><Relationship Type="http://schemas.openxmlformats.org/officeDocument/2006/relationships/notesMaster" Target="/ppt/notesMasters/notesMaster1.xml" Id="R983c92b3d917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38ee29e42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b923698a14af1" /><Relationship Type="http://schemas.openxmlformats.org/officeDocument/2006/relationships/slideLayout" Target="/ppt/slideLayouts/slideLayout1.xml" Id="R9d13cd55ebd440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3cd55ebd440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c87c212cb4a35" /><Relationship Type="http://schemas.openxmlformats.org/officeDocument/2006/relationships/image" Target="/ppt/media/image.png" Id="Ra95cb4c3a38d41f7" /><Relationship Type="http://schemas.openxmlformats.org/officeDocument/2006/relationships/notesSlide" Target="/ppt/notesSlides/notesSlide1.xml" Id="R9833d58b6d5b44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36df8c6b4de0" /><Relationship Type="http://schemas.openxmlformats.org/officeDocument/2006/relationships/notesSlide" Target="/ppt/notesSlides/notesSlide2.xml" Id="R00cd51f847444c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6180853ee4f4e" /><Relationship Type="http://schemas.openxmlformats.org/officeDocument/2006/relationships/notesSlide" Target="/ppt/notesSlides/notesSlide3.xml" Id="Rce0975cd86de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09bf67fe4e97" /><Relationship Type="http://schemas.openxmlformats.org/officeDocument/2006/relationships/image" Target="/ppt/media/image2.png" Id="Rb2ccb734f6b64a92" /><Relationship Type="http://schemas.openxmlformats.org/officeDocument/2006/relationships/image" Target="/ppt/media/image3.png" Id="R4b0ab5b8e6d34313" /><Relationship Type="http://schemas.openxmlformats.org/officeDocument/2006/relationships/image" Target="/ppt/media/image4.png" Id="R819283c5667f41c3" /><Relationship Type="http://schemas.openxmlformats.org/officeDocument/2006/relationships/notesSlide" Target="/ppt/notesSlides/notesSlide4.xml" Id="Rc5c4e030da0e4d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7c226063744b5" /><Relationship Type="http://schemas.openxmlformats.org/officeDocument/2006/relationships/image" Target="/ppt/media/image5.png" Id="Rcfb26b69485e4b65" /><Relationship Type="http://schemas.openxmlformats.org/officeDocument/2006/relationships/image" Target="/ppt/media/image6.png" Id="Rae912a747da1401b" /><Relationship Type="http://schemas.openxmlformats.org/officeDocument/2006/relationships/notesSlide" Target="/ppt/notesSlides/notesSlide5.xml" Id="Reb705958eaee49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39d08a8a940d1" /><Relationship Type="http://schemas.openxmlformats.org/officeDocument/2006/relationships/notesSlide" Target="/ppt/notesSlides/notesSlide6.xml" Id="Rb6d95a8ae7b3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61b65c4304d47" /><Relationship Type="http://schemas.openxmlformats.org/officeDocument/2006/relationships/notesSlide" Target="/ppt/notesSlides/notesSlide7.xml" Id="R9d8b651f9c27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ccb889d0d40ea" /><Relationship Type="http://schemas.openxmlformats.org/officeDocument/2006/relationships/notesSlide" Target="/ppt/notesSlides/notesSlide8.xml" Id="R72bcffc0d08e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0DF18-1AE7-45DD-92BA-7B2436D0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362ED-B8E7-431A-A9CB-E07D1DD7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公司介绍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65E34-37B9-4ED0-9D35-FA4BCD3B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COMPANY PROFILE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80A55-1F5D-4786-8289-228E978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深圳峦识科技有限公司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E753E-C207-45EC-BF1B-577EE51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3CE44-2D09-4845-AA6A-BCCC63B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060E2-4D78-4E82-AA7A-11FDF61A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 成为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08B37-9044-4EEE-9324-4FE2EEF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可持续的业务能力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B6140-0581-42AF-BA12-C4844DF8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从认知培训和场景共创，到应用落地与持续运营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9B63A-1579-4980-B53D-FC02400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6A4C5-B4ED-4000-823B-77260A3A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认知共识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03713-C39C-4BE1-A171-3CB35EB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46092-4D20-4006-BD7E-8AFC38F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应用落地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8679E-E611-47AB-9325-2ECD7ED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BAE22-54D5-4097-8B3F-AF32A47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 SOLUTIONS &amp;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77F62-F444-4112-BC77-DC9ED27E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007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cb4c3a38d41f7"/>
          <a:srcRect xmlns:a="http://schemas.openxmlformats.org/drawingml/2006/main" l="0" t="5677" r="0" b="5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0"/>
            <a:ext cx="6191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5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6543E-FE89-4CD4-8D23-8C1DA40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EC08D-19FD-48A7-B12D-A2AAF265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F2E08-BE28-48F4-9888-73620C8A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66C9A-63FF-4EA8-B1E1-B2283D9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AC13A-4407-4C66-9452-DF15C0A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10E47-58BE-4ED9-9214-EC0E6B63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C7F93-DB7C-4835-849E-B6F0F15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EDDE0-2EE8-4426-A962-054E593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6E285-DCDB-4D01-B364-5D573EC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34B0B-3D24-4E6E-9C68-32A8F922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8952B-7987-4211-913A-D97F5C7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E5FB5-CCCC-426E-90CF-AFE76C13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72203-C61E-4DDE-BED3-25A357B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AF010-7C37-4191-B390-72053FC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2356E-93E1-427A-9533-A9F5C33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42458-8AC9-40A9-BF37-797EC81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792E7-1099-4DE5-B9E6-8C8B79CD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10F2E-CE39-4C10-976C-F331118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4EF6B-3BBE-4797-85A2-A5305D5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77537-B793-48C0-910A-8727807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B8081-D081-420F-9C94-17822926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1CC7E-642B-4950-A7EF-A8742AF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1F1C0-1E9B-404E-8F07-B6D5DE3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F237B-51E8-41CD-8B36-6F46444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2082283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0F7046-D96E-4641-8C6F-53A1C4C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2E4C-76B7-476D-A364-6BD7DE3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BE2DC-4042-4A90-A2D8-F02FCA9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FE8F1-04AA-4DE6-808C-775896A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0F88D-D988-4E41-815F-4ED9B63A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6DFA5-3F2B-4216-9ACF-B5C2FE3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BD1DF-4F44-42FA-8350-787987CA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56D41-D06D-4E76-BB01-550CBB4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98BAE-A448-444B-9AC1-8B35596C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64AD0-D26C-4341-9ADB-826E282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5EF2D-ADB4-4621-A2C2-70A3DF19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9B1F9-F5B3-4B14-85EA-AF46128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F430E-1A7C-4837-85B7-5DECD4A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DF3F4-B121-4A6E-8553-BF95993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FDC84-E6E9-402E-B00A-A338B0B5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6DB46-A9E3-4BEC-BE9E-CCD71AB5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B89A-D004-424E-A789-4E4059B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07249-7A85-4F15-824F-7E96DB90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1C5A3-AB44-4F58-A8D6-AD27AA35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A14E-99CB-40AB-B365-177FEBF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07498-A1C1-4E4E-A8B3-AB4F7B38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6BA08-5884-45D7-8CCE-BB31617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C4CDE-7581-4719-941B-C94748E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C9AAE-193F-4F47-B54A-7D760E5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833FE-9907-4CE0-B7E7-EC9BB960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B1498-7BF3-4464-98B5-31977309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BF59F-ACAD-4984-BAE4-7733B487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D0742-40ED-43C9-A183-C5D21CEA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51E0D-F153-41E6-B827-93B2D0CF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0AB88-C0B6-40FE-91FA-01D24ED0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4449C-1863-4B9A-BE73-05F66D0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312B4-2FC8-4C0B-BB7A-6C0FEE0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3A333A-3116-4373-AA3C-7916E20F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557B1C-D8B8-450C-A5FF-6812B8B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1528F-803C-4EFA-B9DA-83CC0C07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05970-9DD0-48E6-BC9E-FDF3804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229952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C6382-B9AB-46BD-8F33-7CF2712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40493-397F-4AA0-8F83-B4EA185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BC9BC-3D94-4C21-A317-DFC2C1FD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A85BE-0238-4357-BA4C-F3A4E4A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9ABEE-EFB3-40A3-911F-6BD39B6E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01BA-232A-4504-93E4-A0E18868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55A1D-59E9-4126-B6A9-1633921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1FC5F-361F-4F6F-A828-0CF40E6E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E0EC-A8C2-4BA2-A016-C0351CB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98D21-673C-48EC-A85F-D04A946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22946-BC8F-4988-BB6F-A03B62F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31497-4BF1-4208-B0E3-25B0F896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63BBC-D7CE-4C6B-B48C-28442B8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12655-A715-4704-9E6F-66C5CFD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405B0-333D-43D2-B283-ABCDCF90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ED43B-5B3D-4406-8DF6-A58065DF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cb734f6b64a92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44614-4715-4E83-BC7F-28A28290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9F803-E450-410D-A6CF-D2ADDAF3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ab5b8e6d34313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63215-D7CD-4700-8B3C-9B6E2A0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BD1B8-178C-47FB-BDA5-00113B44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283c5667f41c3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7F1B5-D0AE-43E7-956E-A4D45BE0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D3053-47E6-4C5E-A851-B276E51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11A67-4A1D-4A75-BF1B-DC2A0EE0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CF848-2BA5-4C47-8AAE-172A4F4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B7F9C-06D4-4C33-9389-BF098C0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F3418-1FAE-44B5-B564-63F2B0E1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F1A48-AF82-4118-9FCB-E2EB2139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D2DCA-8EC6-41C3-BB1E-5E42F62B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92726-A0CA-43FB-9530-4A4577A0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60796F-0CD7-4FE5-B9A8-945AA617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859D7-D56D-4122-B5AA-684EEB09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C0B822-0B86-4C32-9E9C-63A25109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7D9E9-3B4C-4992-AB32-AD1CA57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1048535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A9AC86-D146-44A4-9E3D-DAE6100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C693B-E52E-4235-B5C1-E9D892C6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9C683-D65A-4462-BA7F-88B0033A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543EB-681E-4A16-B915-D7EE0ED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242DF-057D-4587-85D0-C1C2BCBA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AB4CA-51FF-4EBB-B15F-71179570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3BD05-A93E-4296-A46F-C42C8A0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31C4A-2DCA-4913-8866-B7D003E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9DE2C-37A9-4BAE-95FB-CF60256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C5C75-D0B8-4DC6-9BA6-F43701BC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75E51-022A-421B-9BCF-8F3F2B50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CAD9F-8150-4B5E-9770-4A182F9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2914-C67C-45CC-BAD0-EE4F5697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955E2-8349-4313-9341-6DB45609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F439E-58B9-436D-AAE3-A2F9F513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D9945-B926-486C-B8D8-DF2D380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26b69485e4b65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12a747da1401b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61CB4-09BF-43A5-90CF-03C57790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0F878-977B-46C7-B717-2FF7C99A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66A74-97B0-40C3-923B-3F948613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B67DD-D6ED-4CE8-B2B4-A3186730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03FDA-4775-42C6-9606-FFE9ECB9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85194-FD58-45CF-AF3C-A4A80C2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CC2A7-67B1-4885-B770-D0478EC8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E3025-7268-4D9B-A23A-DFBBEE18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89230-CD0E-4F87-A51F-8B64EE0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1BC6E-F9F5-4475-AE66-1561C0E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2FAF6-176D-4BD7-9C61-9AD51506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24F66A-73F8-47F5-BEC8-99372085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DE1A6A-7314-4106-A0CF-32716D8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7A1B2-62F2-47CC-8CFA-D92E2A07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1044507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B63A06-E016-48FE-A52B-76475D0B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64F3A-2031-40BC-AAE4-8C25F9D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05F98-034C-4C2F-9D7E-75DC30C5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AB3C2-C718-4133-AC5D-EC0CCF75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4CA9A-AF35-45ED-AD9A-78B2077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BFC2E-980B-4C47-A444-F78A4C89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46B0E-27ED-4AB3-AEB7-B8E12F56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FF3A1-A207-4027-8F44-279ABD6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3AC8D-DF0F-4674-9C2D-C4AD9B8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894A6-8C2A-430D-BC5A-24EBC22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F5A03-DC06-42F4-879C-CA231976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8E04A-2075-40F7-8810-A6C10FEE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7ED4-6A55-49AD-8B8D-A9B0F42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E0406-DA20-4460-B7ED-8E843D8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49828-02A1-4B02-8108-8415DE9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7F742-CFD7-4640-91FE-5EC1392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A222E-041E-4816-83E2-48D96D8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EEC7-B8DE-4424-9496-6A75682A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C5CB0-8391-4E9A-A31E-CDF811C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3C668-5945-484C-BEA6-2856C08A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4DD3A-D0B6-4D54-89BF-0A841FD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260E2-DF5F-4BB7-9315-BDD07924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0AAC8-238A-47C4-A6F8-46633319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DB1C7-F0B3-421F-96E3-9FD3478F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E9BE9-EA95-4F5A-8834-F758A547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CBBE1-960B-4CCF-BC50-CE9DAF0B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63D22-6540-4351-9F83-64F605D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99E30-00E0-4843-AFA2-FE4CB71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79793-928F-4C29-A618-1CA39684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9E2E4-03B5-48D1-B1A0-A9BA587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8D03B-CF22-4B52-9F3F-F55B18A0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FB6FC-1EE5-40C9-BC78-7F20C88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F03F2-4C7B-4C20-9E4C-4AECE099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C2552-824D-4716-91AE-6003F41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3A3B09-ECE9-4B85-B35A-AAAB058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C8356-43A3-4F6A-97AE-B04AD30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717A56-E7C9-43F2-A6E9-FFFD64A7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DC7B9-9930-4F64-9C8E-CC034597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658774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A7C2A4-CE3C-459B-9D72-5A8279D4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9F67-53AB-40C0-A4D7-F07B82F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25E2-8273-4DD0-AF81-ECE863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F0B44-C715-432E-8F75-FD3F628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EAF0B-637A-41CD-8C47-8DE5C3D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1B6B8-8B4D-4635-9DE5-6F2F17A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5EF2B-4AA7-4432-BCD1-2599C922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D31C-52C9-4F9F-A013-4DA3A3A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7795A-26CC-42C7-84A4-06957BE1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38431-3CAC-42EE-83D4-38EC60C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0FE39-A33B-4990-9858-888FA0DD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6CB13-D6C7-42AB-B5FF-756F42A9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F13E7-365F-4817-A18E-DE2AA087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952E6-2F03-4B50-AC9E-FAA1C9D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EB9AC-732D-497C-A82F-C0BCF01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EE5A0-B7FC-442C-9623-0E5515D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089E1-2CC8-4885-993B-69A8CCED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711AF-6E58-403A-BDBB-94BF525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CF9DC-6291-4706-9A80-C384A8E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3C311-42AF-48B5-99D6-20F7741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EAB2F-3B6D-498D-B26E-07A39171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C54B6-C405-4937-85CF-CAE67A6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8668D-2669-4ABC-890A-24A5B8B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E415D-995A-48E2-8B9D-F91E229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EB22D-144D-403A-8F11-337FADE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BCD30-F433-4E34-8C22-592BF50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8DC76-136D-42C8-B452-96DE7F8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999BE-B280-45AA-8352-574E60B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DC5E0-9203-4AED-8C0B-3541602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784E5-0F9D-473F-B798-9C4637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3AECC7-6BAE-49AB-BD87-9C387BF5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B7C2D-468D-4861-99C4-A0A3486A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5AF524-92BC-4614-9BE4-E97DB3F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2C015-A77F-44C6-8AFC-B1D15662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ECB70-5F82-4230-A6E9-F65F8EC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F81B5-81E7-419A-ADFF-7C5B5D55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F35AB5-6979-4E72-A9EA-3C05E34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DF10F3-AFAF-42A8-B849-4270E6B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E0401D-73F6-406D-8A96-E4ADF6B7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78479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29BF8-6F1E-4FEB-BC71-7A25E6E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8314B-3334-45EA-B9CE-52DA671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CB76B-6C41-4FBE-8071-EB4132B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E0D0A-104A-47B3-95B2-879DF97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7CD65-DC05-42AA-B8A5-8063BA6F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2863E-1855-4126-B5CA-E8BB6EA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C5BED-455E-42B1-A970-B96E8596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0CD3E-37DD-4EB6-B2E9-BB67C26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F5A2F-3A75-4080-BECF-E97AFFC4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665E3-DEDB-43F7-B3E5-44B7B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80B33-3267-491B-8C8B-00A7B07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4A384-EF60-4843-9EA7-EAAEF3A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BDDB3-E2AC-4CB5-BACE-7110190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FC1B5-4FB1-4AD6-9296-BF9E610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9EC6E-F661-4157-97DB-E5CE3B4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1DD5D-A7B3-4CF7-BFC3-29AFAC8B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57EB6-84CA-444B-A3E8-AC0F98F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FC3AA-B779-4B07-82C3-7ECBDBE6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CF09F-3DA3-44EC-9197-CF4EE9C4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88C52-A0B6-46BE-87DC-14860D16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FE656-101F-46A6-B8E9-A8B59FBB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1991628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2026-10-01T15:58:26.4240000Z</dcterms:created>
  <dcterms:modified xsi:type="dcterms:W3CDTF">2026-10-01T15:58:26.4240000Z</dcterms:modified>
</coreProperties>
</file>