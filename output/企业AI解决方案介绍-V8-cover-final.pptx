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3d9cd7b3b4abd" /><Relationship Type="http://schemas.openxmlformats.org/officeDocument/2006/relationships/extended-properties" Target="/docProps/app.xml" Id="Rc9a16afd9dc04bff" /><Relationship Type="http://schemas.openxmlformats.org/officeDocument/2006/relationships/officeDocument" Target="/ppt/presentation.xml" Id="R79a26864387f4b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98ff1537e4962"/>
  </p:sldMasterIdLst>
  <p:notesMasterIdLst>
    <p:notesMasterId xmlns:r="http://schemas.openxmlformats.org/officeDocument/2006/relationships" r:id="Rf3a508feba044a4a"/>
  </p:notesMasterIdLst>
  <p:sldIdLst>
    <p:sldId xmlns:r="http://schemas.openxmlformats.org/officeDocument/2006/relationships" id="256" r:id="R051aa56223df407e"/>
    <p:sldId xmlns:r="http://schemas.openxmlformats.org/officeDocument/2006/relationships" id="257" r:id="R858f3d244caa415e"/>
    <p:sldId xmlns:r="http://schemas.openxmlformats.org/officeDocument/2006/relationships" id="258" r:id="Rf1e5e629273647b5"/>
    <p:sldId xmlns:r="http://schemas.openxmlformats.org/officeDocument/2006/relationships" id="259" r:id="Rf9b2553c28094a88"/>
    <p:sldId xmlns:r="http://schemas.openxmlformats.org/officeDocument/2006/relationships" id="260" r:id="Refe0f2c1788d4107"/>
    <p:sldId xmlns:r="http://schemas.openxmlformats.org/officeDocument/2006/relationships" id="261" r:id="Rf60e835e82b44df7"/>
    <p:sldId xmlns:r="http://schemas.openxmlformats.org/officeDocument/2006/relationships" id="262" r:id="R57482e989b4d4af3"/>
    <p:sldId xmlns:r="http://schemas.openxmlformats.org/officeDocument/2006/relationships" id="263" r:id="R56b1a37b746d47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e56c644b2f4b8e" /><Relationship Type="http://schemas.openxmlformats.org/officeDocument/2006/relationships/slideMaster" Target="/ppt/slideMasters/slideMaster1.xml" Id="R69198ff1537e4962" /><Relationship Type="http://schemas.openxmlformats.org/officeDocument/2006/relationships/notesMaster" Target="/ppt/notesMasters/notesMaster1.xml" Id="Rf3a508feba044a4a" /><Relationship Type="http://schemas.openxmlformats.org/officeDocument/2006/relationships/presProps" Target="/ppt/presProps.xml" Id="Rec08ebd46db6402f" /><Relationship Type="http://schemas.openxmlformats.org/officeDocument/2006/relationships/tableStyles" Target="/ppt/tableStyles.xml" Id="Rc78cd60634af41f0" /><Relationship Type="http://schemas.openxmlformats.org/officeDocument/2006/relationships/slide" Target="/ppt/slides/slide1.xml" Id="R051aa56223df407e" /><Relationship Type="http://schemas.openxmlformats.org/officeDocument/2006/relationships/slide" Target="/ppt/slides/slide2.xml" Id="R858f3d244caa415e" /><Relationship Type="http://schemas.openxmlformats.org/officeDocument/2006/relationships/slide" Target="/ppt/slides/slide3.xml" Id="Rf1e5e629273647b5" /><Relationship Type="http://schemas.openxmlformats.org/officeDocument/2006/relationships/slide" Target="/ppt/slides/slide4.xml" Id="Rf9b2553c28094a88" /><Relationship Type="http://schemas.openxmlformats.org/officeDocument/2006/relationships/slide" Target="/ppt/slides/slide5.xml" Id="Refe0f2c1788d4107" /><Relationship Type="http://schemas.openxmlformats.org/officeDocument/2006/relationships/slide" Target="/ppt/slides/slide6.xml" Id="Rf60e835e82b44df7" /><Relationship Type="http://schemas.openxmlformats.org/officeDocument/2006/relationships/slide" Target="/ppt/slides/slide7.xml" Id="R57482e989b4d4af3" /><Relationship Type="http://schemas.openxmlformats.org/officeDocument/2006/relationships/slide" Target="/ppt/slides/slide8.xml" Id="R56b1a37b746d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86700b14cc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a1879e54c4546" /><Relationship Type="http://schemas.openxmlformats.org/officeDocument/2006/relationships/notesMaster" Target="/ppt/notesMasters/notesMaster1.xml" Id="Rf4c5ff0523ed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cfcf73cb64042" /><Relationship Type="http://schemas.openxmlformats.org/officeDocument/2006/relationships/notesMaster" Target="/ppt/notesMasters/notesMaster1.xml" Id="Rd7c7fd77956c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a9df312934cd7" /><Relationship Type="http://schemas.openxmlformats.org/officeDocument/2006/relationships/notesMaster" Target="/ppt/notesMasters/notesMaster1.xml" Id="Red91db2fe5bb4e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6bfc99ac2457d" /><Relationship Type="http://schemas.openxmlformats.org/officeDocument/2006/relationships/notesMaster" Target="/ppt/notesMasters/notesMaster1.xml" Id="Rde593b0f999a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64015dd4b4477" /><Relationship Type="http://schemas.openxmlformats.org/officeDocument/2006/relationships/notesMaster" Target="/ppt/notesMasters/notesMaster1.xml" Id="Re9a2c9cc0705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f27bf3f1204cc2" /><Relationship Type="http://schemas.openxmlformats.org/officeDocument/2006/relationships/notesMaster" Target="/ppt/notesMasters/notesMaster1.xml" Id="R386023a7fc6f4c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9a8d965e2e4df4" /><Relationship Type="http://schemas.openxmlformats.org/officeDocument/2006/relationships/notesMaster" Target="/ppt/notesMasters/notesMaster1.xml" Id="R4fe33967cded47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0f4782f0a14ac1" /><Relationship Type="http://schemas.openxmlformats.org/officeDocument/2006/relationships/notesMaster" Target="/ppt/notesMasters/notesMaster1.xml" Id="Rb8160909587b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1d3d1417b42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dc3e7d0114e92" /><Relationship Type="http://schemas.openxmlformats.org/officeDocument/2006/relationships/slideLayout" Target="/ppt/slideLayouts/slideLayout1.xml" Id="R079edc208d06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edc208d06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ee8bf0e614a7f" /><Relationship Type="http://schemas.openxmlformats.org/officeDocument/2006/relationships/image" Target="/ppt/media/image.png" Id="Rd45bdcfe543a4466" /><Relationship Type="http://schemas.openxmlformats.org/officeDocument/2006/relationships/notesSlide" Target="/ppt/notesSlides/notesSlide1.xml" Id="Ref305d02366c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914f4e8df4bf8" /><Relationship Type="http://schemas.openxmlformats.org/officeDocument/2006/relationships/notesSlide" Target="/ppt/notesSlides/notesSlide2.xml" Id="R406e4a91b492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f365fa84445e0" /><Relationship Type="http://schemas.openxmlformats.org/officeDocument/2006/relationships/notesSlide" Target="/ppt/notesSlides/notesSlide3.xml" Id="R7d559e3b97e843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f63c93c547f3" /><Relationship Type="http://schemas.openxmlformats.org/officeDocument/2006/relationships/image" Target="/ppt/media/image2.png" Id="R1173d0515c77431d" /><Relationship Type="http://schemas.openxmlformats.org/officeDocument/2006/relationships/image" Target="/ppt/media/image3.png" Id="Rab72e794513c48f0" /><Relationship Type="http://schemas.openxmlformats.org/officeDocument/2006/relationships/image" Target="/ppt/media/image4.png" Id="R66be4ef1853347f8" /><Relationship Type="http://schemas.openxmlformats.org/officeDocument/2006/relationships/notesSlide" Target="/ppt/notesSlides/notesSlide4.xml" Id="Ree691609f272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20b9ec3e49b1" /><Relationship Type="http://schemas.openxmlformats.org/officeDocument/2006/relationships/image" Target="/ppt/media/image5.png" Id="R23d393e8ca064dd1" /><Relationship Type="http://schemas.openxmlformats.org/officeDocument/2006/relationships/image" Target="/ppt/media/image6.png" Id="Rbeb091e733b4485d" /><Relationship Type="http://schemas.openxmlformats.org/officeDocument/2006/relationships/notesSlide" Target="/ppt/notesSlides/notesSlide5.xml" Id="Rf36b4b9f0ad7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0803141fd492b" /><Relationship Type="http://schemas.openxmlformats.org/officeDocument/2006/relationships/notesSlide" Target="/ppt/notesSlides/notesSlide6.xml" Id="R1f40f3c21f50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7e91a0cea42dd" /><Relationship Type="http://schemas.openxmlformats.org/officeDocument/2006/relationships/notesSlide" Target="/ppt/notesSlides/notesSlide7.xml" Id="Rb135cb6997354c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f17c322f7452d" /><Relationship Type="http://schemas.openxmlformats.org/officeDocument/2006/relationships/notesSlide" Target="/ppt/notesSlides/notesSlide8.xml" Id="R28f87672db0943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A81FE-4011-48B7-B524-6A29B69F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6B06-BCE6-4ADA-9280-A691CCEF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公司介绍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2ED93-5AA0-4E35-A8B1-3D5C7B92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COMPANY PROFILE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788CC-7FDA-4253-8792-EFE1571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深圳峦识科技有限公司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7E5C6-C8DE-453C-96A6-845595E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F5E34-6238-4341-888A-3706CFA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1841E-3A8A-4FAC-B396-4F2CAB8E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 成为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9A8B9-D0BE-42B2-9C3E-8FD98083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可持续的业务能力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DBDC0-F65A-455D-B746-4E976EB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从认知培训和场景共创，到应用落地与持续运营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1735-B3F4-4C3B-BF55-D93B1806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FB060-46FB-44B5-BBE4-03C4EA70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认知共识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5D222-4563-4049-96FE-6A858A1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63347-E1C5-4199-9966-AAE68969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应用落地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D95F9-252F-4B4D-83D6-DA858A3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304EC-1CA9-4A1F-8D79-23D6CFF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 SOLUTIONS &amp;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EC1DA-9377-4ABE-9EF9-D5F8790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007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bdcfe543a4466"/>
          <a:stretch xmlns:a="http://schemas.openxmlformats.org/drawingml/2006/main"/>
        </p:blipFill>
        <p:spPr>
          <a:xfrm xmlns:a="http://schemas.openxmlformats.org/drawingml/2006/main">
            <a:off x="6716198" y="457200"/>
            <a:ext cx="4665103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33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23AC3-DF16-4CA8-A623-014826BD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CFF4-7C0D-4C84-BEA8-83E0FA70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4D9C-6845-4F7E-A7F0-DCA8B4B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B239D-96EF-4D63-A941-96BA202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5AA9D-A2D6-451B-A6C3-6A0C39BB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DBD41-485C-443A-82FC-854028A7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1FDD3-1BBC-4CAA-8C63-E4AB672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93579-844C-4973-8690-C842395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36B0A-770D-4645-9388-B388066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A4B5E-D557-4DB4-83D9-D1616F0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8D275-7BA9-4A1C-AE46-6CA86B69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23BCE-E5E2-412C-9C44-E837A34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11177-B6F2-44FD-930E-EE630CFC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33225-E634-48F5-BFD6-8350F968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31EF4-8DEC-4586-94E0-6958B42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8ED4F-1B10-4570-88C4-C9A5398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ACA81-5E7C-473E-BCB6-934A3EA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D6277-268A-431A-806A-A6A6D3C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B5370-608D-4102-B865-DED59C98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97AE8-91F1-44E6-B52A-82A9C8C2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3BB1D-5D5F-4AF8-B95E-ED303DE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1D65A-CF06-4C41-9D64-FC4CEED0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35BE2-8AD6-4D03-9512-770C242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35619-98CE-426E-A7D6-7078187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1503974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A0E72F-6461-4896-9A68-F1455E8B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ED80-E2F9-4A8B-B145-C4036723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EB80-080A-461F-863C-E21B12D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40B04-78F9-44F8-83CD-A23665D7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B31D-BA09-408A-82DB-84F06209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6E284-3406-466E-ADF4-D93119E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B192-9BF4-43A0-A97F-2003231A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B265A-7A16-4169-9328-8096B13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8209D-ED55-4180-B8FF-23C59BC8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5182-D054-494F-A3D0-56F29AD9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03C1F-879B-4AC2-A072-1859605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0AD47-A9D9-4E6B-9C38-597A81BC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549F2-C43B-4352-8BC9-FA78545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A33AB-DD71-417A-AD05-2D7E3BA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35395-FF48-4801-A167-ABA57D92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E7864-34B9-4A23-9BB1-635D0A8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5BAE8-3C23-4D82-A71A-EDE8D27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3AA8E-AA2D-4819-B988-01AEB4D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35584-6BB5-4412-AE5C-D73540E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DCF38-6E6E-4C0B-95DA-ECAF50C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322D2-32DD-4DCE-BD35-F470A07F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7206F-84E9-435C-8B9C-8BCB47F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ACCB3-268D-46A4-87FC-4ADE6689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05E78-D9A7-41CA-94D0-07253DA4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E2104-CB78-4D7A-80AC-596B458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37376-4E8E-4653-BF11-CF784A0B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34165-B4D8-4158-8333-07DC897F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8E541-398F-4E90-9165-E12CCCE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629F26-7D81-42A7-95C6-26CC2C4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CFBD8-EAFF-4F11-84C3-D70EA56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9CD42-8EE0-4098-8DC4-66E9B98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DB09C-DD2A-4F80-A0AA-418D186B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86CA1A-2062-477C-A2CE-430809EF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1331E-69CA-498A-BE1E-88123323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F1984-23A8-4DCC-A4C7-C29404A3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D37AEB-AC94-45C7-9EA7-1BE35450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249430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15A56-B951-4A93-AE6E-8E3335C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6FE0-5F94-4DC5-9A30-3985F5D0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BB8A3-A45C-4156-9BA5-C851770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8315-180F-4425-9BE3-E23206C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73A78-56C9-4160-820D-97C5173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74353-057B-435C-AC0B-8BFB0FA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D12B6-0BBE-4423-945C-106BDD94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7B920-CD29-4C3F-B0BA-83BAC33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6832A-8C9D-42AA-8604-F2EECA31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55E8F-DB53-4E2F-9162-0EECFAB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E089C-2EF6-456A-B1E7-0C76C16F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48677-438C-4889-9B94-8A82DFF5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1EEEB-CEC2-4914-AAAF-2F0E350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AAC9E-4050-4F37-8C69-D5F59A3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58E28-028F-483E-89C2-B003C74E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12F8F-406A-430B-8565-E6A753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3d0515c77431d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092EC-B68D-4F93-9AFB-BBF12801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AF3D6-3B1F-4C33-90B1-DF35377E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2e794513c48f0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B64B5-E1C0-4871-A590-CF71BD03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7365D-3B5E-452E-9745-37FE4009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e4ef1853347f8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3E2AB-0362-412A-9E63-48EA39F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D07F8-5E63-4CC0-9227-3D99A68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13CB1-923D-4C8A-9D23-944112A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2C428-174E-417E-B0F2-D0F66498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284B5-4428-47CC-A6A7-142A7DC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6E508-EE4A-4CA7-BD3B-0749C05F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A8EB4-8FD5-4C44-9E7C-FF46BC0F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D1207-9E81-4658-AE41-F7CC7FEA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629C9A-B596-4586-B3DB-5CD718D8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152804-6475-47B6-B517-DF71FDC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B13A6E-2C46-4AA6-A811-79391D7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AB0F9-F2FB-4FFF-A031-DCEF35F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37FCD-D3EB-4757-8739-0FD0162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25921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66842-D0FF-4C3F-830A-98BB657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F2062-E535-411F-BE1F-67676E3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671CE-F16E-4BBA-828C-8CBE054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23EBC-0D1B-41E5-A30B-77E5E9F4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8CA5F-70EF-445A-A5DD-9222910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83D89-FC12-4D4A-A828-430D690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18C9B-0D61-4304-872C-4B9D6431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C1CDD-EECF-44AD-9E27-E713A834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0CBA5-2875-4235-8B6E-74DD01E5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3BFE8-D9A6-459C-BDF3-5D8D726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8BE76-838A-449D-863A-308728E5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7607D-B22F-4806-9E2D-67EF4723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B85E2-20CA-4016-A172-343ECCD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C4BE8-5E98-4636-9705-4702C32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901E8-2C00-49B6-9F23-67B8A651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D47BC-90BE-47A9-AEAF-2483589F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393e8ca064dd1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091e733b4485d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9075A-D61E-4D63-920A-328E086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0C9C1-31A3-4B30-8C89-3CADC3D5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2E4A2-6A45-47E1-8216-8ADE4ED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7159F-DF25-4361-8D3D-4D70F267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7ECCC-446B-43D5-A0CB-EC124480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87C84-BD3E-4B87-95AE-070633FB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0B2C7-2058-4547-BAD6-7E34BCF5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0DF2D-742D-4B64-8424-1496B44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69C00-0817-47C6-B4D7-7AD7E60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E28A0-4C7C-4176-A7B8-901C3E2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823DC-79BD-4CE3-BD31-E400FF93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59F82D-80F2-4B34-AFE9-85662C3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BA554-6059-4080-88A8-9DE5EEE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9DDC1D-B37C-4F79-AF5C-B12F72FC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1804385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E793CF-5C5D-4FF3-9415-9AB42272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5E34A-53D7-483D-A0F2-6FF0044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897D4-DDC0-4890-B569-E3AD015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D4FF8-444C-4464-A444-5D0EACA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01BC8-E607-4431-86B8-FE2758F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59C10-9FC5-41C9-B882-85B1A2FA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8193-B71C-48E6-ACFC-2CA5A66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80B44-ACB5-4488-BA9A-5483142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561D0-8D0D-409C-9FFE-EB0A225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D7D6F-FAA7-4941-A8DF-B0F17B48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DC842-2023-4FC7-9D3D-AB185BFD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E11A2-8B6D-444A-844C-23F7DDDC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AB6B1-7731-456B-B177-A31E006D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4B9E-DDDF-44F9-B9E8-C4D30B8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00A8-D189-491D-8762-71C4BCAD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336C2-675E-445A-BE0E-B226EC0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7BD98-4B20-44AA-9363-AE06C24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B1BF1-C928-45E6-A404-EBB2BD1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DAC7B-7AC2-40BD-AD92-F08B2DB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F2BBA-2CA8-441E-9B42-C235634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C0C41-E700-4356-9411-619AC48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3CDAD-1DA9-4175-B02D-6B569471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F39F2-9BC8-47CA-B661-104492BF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FF73D-1F08-4D3A-BEF2-6F21718F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EE4C3-F657-4E5B-A677-20D010F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FE1AB-0E7C-47AA-BE8C-EE6E2499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8059F-4B98-4983-B266-71201A1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A40E9-AD78-4C4C-B95E-74DCCBE3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E3C1E-3A18-48AE-A294-C8B4BDE3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85C335-FB21-47B8-A1EC-C52FB30E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FEA4A-B66E-43AD-BB91-1A560BD5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C0657-F65E-4275-B76C-8F98B192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24A04-74F5-4F4B-930F-B4463671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866FA-7AE7-42EC-9524-EB97D072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24996D-C251-499D-9817-040E9DCD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0050AD-BAE7-4C67-834F-61D42D7B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B3E796-0664-4475-A5DC-D8FBA14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DF09D2-77F2-4928-9DBC-241C27B0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218606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4FA892-59A3-409F-BCCC-A4EE9D3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4EC6-F35E-45B8-9F5A-F546075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4BAA4-45BD-44B8-B7F7-78A825F6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400F1-625F-4675-B344-0FEC7FE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2DB5F-204E-473E-85C4-F71BE70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87542-FC10-4984-B9C9-21ADA426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71853-A32B-4428-BE98-42F32CF7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8FF4B-5086-4F8A-9035-772DEB0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54A0C-A071-456C-941F-1995202A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4EC68-DA29-4251-A71D-68E19D27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11C30-351E-47AF-B6DE-14FF97F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F2EFC-65B4-4698-91D3-C65370D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8F1FD-C71E-4EDB-8434-ECF9B61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58C45-CDE9-453B-9751-941178C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39DF5-7D7A-4F30-9ED2-285318D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EAA29-4558-4FE1-BE1A-D1E248A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78CB8-5273-43BC-84DE-6DA6701F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BF722-1DA3-4F3C-90E1-11E4DE3D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9E5C2-8E4B-4A46-9AE3-AB26C2B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5048D-711E-40F0-A6FF-EBE1A9FC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E1BA8-9EB6-4A59-86B1-FC12489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95AB1-9E71-42CA-AC53-F2FDEB59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D71C2-1E22-4638-99A7-611476DA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57100-54D4-4619-971B-58374E47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304EE-D370-4BB9-B95C-6524FE0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5EFE1-3423-4EBF-BCEB-EDC189B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FFC30-26F6-4C19-A487-9413088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F504C-9866-4442-AA98-D0487CB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AB152-F72C-4CCC-BB56-90FFE7C7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7F8BD-F7E8-4324-8FD7-21A804A3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7C239A-C341-4480-B43C-EDB6A49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EE131-C429-43FB-8164-754D62EF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A8BFD7-2F6B-47D8-BF4D-813D7BE2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4BF7C-B2AE-4EB7-9294-39CFB03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C0F29-2ECD-4BB4-AD77-9C7A7478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5CE91-DA2F-4EDA-9381-A5710875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DA297B-FA4B-4AAF-BC21-FD2C444F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D24B99-A375-47AD-8264-F8EA1AA2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32DE11-54A4-4992-A366-FA688D89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855920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8B436-436F-4699-B805-D4CF5568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0F347-FA5F-47F5-80D1-8D4A38AE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6570C-7C97-42B7-999C-6575EC2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A8C3C-E9EF-4220-A73B-14AB10A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507A5-1EE9-4AFA-9F5D-E4113CC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72D04-0AE6-4B99-8696-CBCBA732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E888-61E7-49E6-BAD7-DC572E1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6FF7B-BFF3-4007-BB72-B223510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BE35-8A65-4F59-90D6-2B79442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5DB30-882B-409A-8B4C-5BAE742E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28FA3-7362-4548-AF2F-DF91754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D2D34-3B56-4BF6-83D9-185CD27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A93C2-E918-4613-9D2D-75A66F73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0FDB1-7E73-44A5-9685-C511905E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B3C80-B737-44DC-B260-78D373F3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012F2-B4ED-4459-A2EA-F6CC874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CF8F3-F02F-45CF-B301-335E3138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F8D81-DFE7-463C-9DC5-75BA96B5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DA67C-C722-411A-9B3A-A73B201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5A27B-A0F2-4C76-9F99-D6C5316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30C52-F901-4E01-AD40-01A2153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519926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2026-10-01T16:27:17.0260000Z</dcterms:created>
  <dcterms:modified xsi:type="dcterms:W3CDTF">2026-10-01T16:27:17.0260000Z</dcterms:modified>
</coreProperties>
</file>