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62e7ea5d4409a" /><Relationship Type="http://schemas.openxmlformats.org/officeDocument/2006/relationships/extended-properties" Target="/docProps/app.xml" Id="R8c21ec125ab94a0e" /><Relationship Type="http://schemas.openxmlformats.org/officeDocument/2006/relationships/officeDocument" Target="/ppt/presentation.xml" Id="Rf411f9cc01be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901e5ab274bd6"/>
  </p:sldMasterIdLst>
  <p:notesMasterIdLst>
    <p:notesMasterId xmlns:r="http://schemas.openxmlformats.org/officeDocument/2006/relationships" r:id="R457cb02965aa48be"/>
  </p:notesMasterIdLst>
  <p:sldIdLst>
    <p:sldId xmlns:r="http://schemas.openxmlformats.org/officeDocument/2006/relationships" id="256" r:id="R0ee83b7761d549d3"/>
    <p:sldId xmlns:r="http://schemas.openxmlformats.org/officeDocument/2006/relationships" id="257" r:id="R2df46334996c4e19"/>
    <p:sldId xmlns:r="http://schemas.openxmlformats.org/officeDocument/2006/relationships" id="258" r:id="R7673236f77604671"/>
    <p:sldId xmlns:r="http://schemas.openxmlformats.org/officeDocument/2006/relationships" id="259" r:id="Reffd029e26184d95"/>
    <p:sldId xmlns:r="http://schemas.openxmlformats.org/officeDocument/2006/relationships" id="260" r:id="R51be0a0b5ad44b44"/>
    <p:sldId xmlns:r="http://schemas.openxmlformats.org/officeDocument/2006/relationships" id="261" r:id="R86c06c7f0dfd4b64"/>
    <p:sldId xmlns:r="http://schemas.openxmlformats.org/officeDocument/2006/relationships" id="262" r:id="Rb88255d051ae4380"/>
    <p:sldId xmlns:r="http://schemas.openxmlformats.org/officeDocument/2006/relationships" id="263" r:id="R68aca40aa6cd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eb2805f2cb4642" /><Relationship Type="http://schemas.openxmlformats.org/officeDocument/2006/relationships/slideMaster" Target="/ppt/slideMasters/slideMaster1.xml" Id="Ra03901e5ab274bd6" /><Relationship Type="http://schemas.openxmlformats.org/officeDocument/2006/relationships/notesMaster" Target="/ppt/notesMasters/notesMaster1.xml" Id="R457cb02965aa48be" /><Relationship Type="http://schemas.openxmlformats.org/officeDocument/2006/relationships/presProps" Target="/ppt/presProps.xml" Id="Rf107ac91100f4069" /><Relationship Type="http://schemas.openxmlformats.org/officeDocument/2006/relationships/tableStyles" Target="/ppt/tableStyles.xml" Id="Rebffc25e3dc4452e" /><Relationship Type="http://schemas.openxmlformats.org/officeDocument/2006/relationships/slide" Target="/ppt/slides/slide1.xml" Id="R0ee83b7761d549d3" /><Relationship Type="http://schemas.openxmlformats.org/officeDocument/2006/relationships/slide" Target="/ppt/slides/slide2.xml" Id="R2df46334996c4e19" /><Relationship Type="http://schemas.openxmlformats.org/officeDocument/2006/relationships/slide" Target="/ppt/slides/slide3.xml" Id="R7673236f77604671" /><Relationship Type="http://schemas.openxmlformats.org/officeDocument/2006/relationships/slide" Target="/ppt/slides/slide4.xml" Id="Reffd029e26184d95" /><Relationship Type="http://schemas.openxmlformats.org/officeDocument/2006/relationships/slide" Target="/ppt/slides/slide5.xml" Id="R51be0a0b5ad44b44" /><Relationship Type="http://schemas.openxmlformats.org/officeDocument/2006/relationships/slide" Target="/ppt/slides/slide6.xml" Id="R86c06c7f0dfd4b64" /><Relationship Type="http://schemas.openxmlformats.org/officeDocument/2006/relationships/slide" Target="/ppt/slides/slide7.xml" Id="Rb88255d051ae4380" /><Relationship Type="http://schemas.openxmlformats.org/officeDocument/2006/relationships/slide" Target="/ppt/slides/slide8.xml" Id="R68aca40aa6cd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c6ff27231e4f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4a9bd044e4af4" /><Relationship Type="http://schemas.openxmlformats.org/officeDocument/2006/relationships/notesMaster" Target="/ppt/notesMasters/notesMaster1.xml" Id="R2638e680f4ec42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8ee893c0f4310" /><Relationship Type="http://schemas.openxmlformats.org/officeDocument/2006/relationships/notesMaster" Target="/ppt/notesMasters/notesMaster1.xml" Id="R594b8861c16b4f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f249ca0434abd" /><Relationship Type="http://schemas.openxmlformats.org/officeDocument/2006/relationships/notesMaster" Target="/ppt/notesMasters/notesMaster1.xml" Id="Rb12dae7502cd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151385ee344b3" /><Relationship Type="http://schemas.openxmlformats.org/officeDocument/2006/relationships/notesMaster" Target="/ppt/notesMasters/notesMaster1.xml" Id="R75bd4bde3c0a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de8d9ae675485e" /><Relationship Type="http://schemas.openxmlformats.org/officeDocument/2006/relationships/notesMaster" Target="/ppt/notesMasters/notesMaster1.xml" Id="R1191ec5c6c944d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254de22e2c4b75" /><Relationship Type="http://schemas.openxmlformats.org/officeDocument/2006/relationships/notesMaster" Target="/ppt/notesMasters/notesMaster1.xml" Id="R047fe30594aa40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4a31d632054aa6" /><Relationship Type="http://schemas.openxmlformats.org/officeDocument/2006/relationships/notesMaster" Target="/ppt/notesMasters/notesMaster1.xml" Id="R2c516f7eb44e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72dc55624f4905" /><Relationship Type="http://schemas.openxmlformats.org/officeDocument/2006/relationships/notesMaster" Target="/ppt/notesMasters/notesMaster1.xml" Id="R20114cb7b9fc47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f5f75464946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625b90bcd64268" /><Relationship Type="http://schemas.openxmlformats.org/officeDocument/2006/relationships/slideLayout" Target="/ppt/slideLayouts/slideLayout1.xml" Id="R148e88034957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e88034957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410e5e0944f90" /><Relationship Type="http://schemas.openxmlformats.org/officeDocument/2006/relationships/image" Target="/ppt/media/image.png" Id="R748640ba3f4a4e35" /><Relationship Type="http://schemas.openxmlformats.org/officeDocument/2006/relationships/image" Target="/ppt/media/image2.png" Id="R75ddb2c2f351469d" /><Relationship Type="http://schemas.openxmlformats.org/officeDocument/2006/relationships/image" Target="/ppt/media/image3.png" Id="R0f74173080904a3c" /><Relationship Type="http://schemas.openxmlformats.org/officeDocument/2006/relationships/notesSlide" Target="/ppt/notesSlides/notesSlide1.xml" Id="R54681b962103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82c495d374113" /><Relationship Type="http://schemas.openxmlformats.org/officeDocument/2006/relationships/notesSlide" Target="/ppt/notesSlides/notesSlide2.xml" Id="R9451e06439e441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414a206c24242" /><Relationship Type="http://schemas.openxmlformats.org/officeDocument/2006/relationships/notesSlide" Target="/ppt/notesSlides/notesSlide3.xml" Id="R6f4c46eee86d46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a2c494d8a4f11" /><Relationship Type="http://schemas.openxmlformats.org/officeDocument/2006/relationships/image" Target="/ppt/media/image4.png" Id="Rbc8dc900c0b74ad3" /><Relationship Type="http://schemas.openxmlformats.org/officeDocument/2006/relationships/image" Target="/ppt/media/image5.png" Id="R8370b06ae68144e3" /><Relationship Type="http://schemas.openxmlformats.org/officeDocument/2006/relationships/image" Target="/ppt/media/image6.png" Id="R44d42c89a59f429f" /><Relationship Type="http://schemas.openxmlformats.org/officeDocument/2006/relationships/notesSlide" Target="/ppt/notesSlides/notesSlide4.xml" Id="R9ef281ab11cb4e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1cec0b6d4f68" /><Relationship Type="http://schemas.openxmlformats.org/officeDocument/2006/relationships/image" Target="/ppt/media/image7.png" Id="R40873436fb4f4c69" /><Relationship Type="http://schemas.openxmlformats.org/officeDocument/2006/relationships/image" Target="/ppt/media/image8.png" Id="R06df6fd3fa5f469f" /><Relationship Type="http://schemas.openxmlformats.org/officeDocument/2006/relationships/notesSlide" Target="/ppt/notesSlides/notesSlide5.xml" Id="Rd1d78f86ea8244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9c95177e4f19" /><Relationship Type="http://schemas.openxmlformats.org/officeDocument/2006/relationships/notesSlide" Target="/ppt/notesSlides/notesSlide6.xml" Id="R8f770413cb1044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1420330f4a7c" /><Relationship Type="http://schemas.openxmlformats.org/officeDocument/2006/relationships/notesSlide" Target="/ppt/notesSlides/notesSlide7.xml" Id="R024ccdfccf2d45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68c69670a4d01" /><Relationship Type="http://schemas.openxmlformats.org/officeDocument/2006/relationships/notesSlide" Target="/ppt/notesSlides/notesSlide8.xml" Id="R48227702d38243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C6532-147C-4E45-88E6-13F6979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F7B01-01FB-4250-92C2-C0A35DA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C859D-51A9-4D19-B1D5-F0D2BA2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ABF6D-D2BD-405E-870A-2314F07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52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真正进入业务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A0DC0-99D0-48D2-8563-4FF9CAB9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 AI 认知、场景共创到应用落地与持续运营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C6E8-F950-4466-8C72-F5E3134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把业务问题做成可运行、可评测、可持续优化的 AI 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78D42-E460-4EEC-9804-4FCDEA4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048250" cy="5753100"/>
          </a:xfrm>
          <a:prstGeom xmlns:a="http://schemas.openxmlformats.org/drawingml/2006/main" prst="roundRect">
            <a:avLst>
              <a:gd name="adj" fmla="val 3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640ba3f4a4e35"/>
          <a:srcRect xmlns:a="http://schemas.openxmlformats.org/drawingml/2006/main" l="0" t="4985" r="0" b="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00100"/>
            <a:ext cx="4629150" cy="1847850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db2c2f351469d"/>
          <a:srcRect xmlns:a="http://schemas.openxmlformats.org/drawingml/2006/main" l="9890" t="0" r="9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4173080904a3c"/>
          <a:srcRect xmlns:a="http://schemas.openxmlformats.org/drawingml/2006/main" l="18663" t="0" r="186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0AAEC-F9C1-4BE5-99C7-333CC74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BA595-7ECC-4C0F-9FFA-4BAFE1AF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441896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6E1DF-A937-42C1-AE89-9FC5AC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E7171-0965-46D6-B4E8-47E4044F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2DB8E-E0E8-432A-8D37-D3C793B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36E52-6368-4D71-B51F-92A9A94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E71E7-DD60-483B-8404-9E1FBE05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40439-7588-4B60-AF44-720E5EC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BE6F-6DCB-4703-BE6B-927A9C4D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DCBD0-83CB-4F7F-B182-DFAFB6B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95CD5-B028-4A28-BD85-9957777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26718-DA4A-4AE6-BFE0-F6AC4356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9E2EA-86C8-4F58-9138-0405797B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12E3-E41F-4DCE-8005-6395C05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A7F4E-379C-41BB-83C3-26688455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10D55-0183-4D6D-9255-929CDA9A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FC640-71C1-4A6A-8FC6-5304404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8D6CA-C05E-4D56-A24D-D8B414D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1DBBC-C786-40B6-B44D-0D6B437C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78ABD-EDE8-43C7-B444-7E0700D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85DE2-2F7B-465C-8FBA-1ACB70D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9B9F9-883C-4F70-A2C3-DB472379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196EB-4EE8-4CD9-A4AD-FF867B0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EF212-1E1C-4FE9-B38D-B2DACFA2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33FFB-9DFE-4BB6-8CA8-3B47468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5DEE9-4707-4AA0-B2DB-A9BF6412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1750967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C3919-5744-460E-B514-4B287BF3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CF55A-A008-4714-8D46-D419D97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51F0E-0B3B-4315-8E71-18AFB491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FC6CE-D99D-49A1-959B-339F14B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55AF4-BEBD-49B3-BE04-A729795A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5CC9C-36B6-4E5C-9F09-8847DDC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7C12-BE35-4C33-9628-392043C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270D0-EE3E-47E3-A5A3-0F606A4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38BF7-F83A-45B9-BE66-960B3AE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D1509-D4AA-48D8-8337-4FBF16F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79402-D0B7-45A4-AD1D-4C9D382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5DDBA-495E-4587-B9F4-FBB4504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E6322-F32A-4BA2-96FF-60F72E0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D3B83-C47A-474C-A6F0-77B5C1C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35D18-39C0-444A-B5D6-8681218E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61E75-2272-46F7-93D6-8EAA549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7630B-52B9-4C48-92F6-C6BEC28E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70B87-EFE9-4D5D-BDBF-41810AD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2905A-D97C-4F31-8B94-58D93C29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7C279-ECCE-4A74-8026-2FE126B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4A961-9EC8-4A47-885B-0D7B515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31193-1DEF-4E58-9B2D-E4C399D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4E3A9-2E2B-4F1D-B055-EE9B11C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F9AD8-326C-4095-9AAF-1863FB40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3E16E-D56D-4416-B39A-C9530E5D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DFDE4-D665-413C-9AE3-4FCA9081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C5F16-B9AC-4092-8E44-4BB3C55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E128-4630-4130-AE31-218A7B7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96480-11ED-4457-BDC9-3DCDF441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B6EE7-E0B8-450C-A4E6-6D3AAA0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27E7B-EEB9-4A03-A873-5D540B6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C57814-6F9F-4757-863C-80A598E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14063-15D7-40A4-982C-4BF8EF0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3CDB96-2440-4267-839F-95CB2BF6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449AB-8E80-400B-AC78-7929F9D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2F3B3-3D5F-4C30-966D-54FCBFC8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1555826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2D058-ED52-45B5-9CF0-0F62C51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64908-331F-4034-A353-175A5DB1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F824E-A397-4DC6-B912-2E35FB4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75D20-951E-42D8-975C-D119EF1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529EC-A126-4D39-A851-1E9AE62B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4C0EF-273D-4641-BD61-BBDF316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92B8C-B77D-4B4B-AF7C-2F59E08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B5D53-4211-4A6A-A263-7BFE718A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1B27F-6E2C-400A-A30D-7811A743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EC1E2-71D2-4EF7-82BD-D5DA7FD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F5F00-4327-4C12-A2E2-7BF52D5A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79AEF-E85E-4C0E-964B-4F7315DF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4FFF8-7713-4DFF-8381-ACB8119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3C205-63AD-4A59-B612-82ED4D9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F93F8-677C-43FE-B8EE-8732890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399F5-0DE5-4CEF-A891-3350F7E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dc900c0b74ad3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157CE-8E04-4815-BCDE-26B89FF7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0b06ae68144e3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997B9-7753-4C6D-AE8D-F5B0919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2844-3C66-48F4-B412-81EC7FC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42c89a59f429f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414EA-9120-4480-9A20-8D60157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02DE5-5438-4FB9-B219-2DFACDF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0E7ED-E609-49A3-8692-C8FD2C2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402E9-B01B-45F0-A951-E3C2FA2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37E23-B843-439E-85B2-B61E1D0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0E99B-87A0-4C5B-A34F-E9547BD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70176-17EC-491E-BF9B-BA14FD38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2949C-4208-4D92-BA92-B738EC4C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B16BA-A48E-468E-B4CF-32479B0A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2A4B5-CF2D-470D-814F-4A8D188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BDC3D3-2283-4696-B3BE-7633BBCD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66AD97-8C1C-4389-9E54-A54D5FF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D38410-3B42-4667-BB53-132DC207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1612104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1A5E5-2126-4D50-B25B-B7D058C7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234ED-F7DA-492F-BAB0-6E7D31B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881C-6D0E-4921-B38C-82C4B29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D8BED-2F26-45A8-B6CE-4C7CBB8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032DB-6CBA-4150-90E2-70E850A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D21A0-B455-4292-B1D8-E19A1FF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90876-88ED-473C-9AD7-2136E04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D1651-EEC7-4AE7-8E80-F75D37AA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D6A09-7EC9-403A-A8CC-EBFD626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6954F-8E5F-461F-A867-F142B91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42E41-ADDF-40E1-8FA6-A3AAD1AE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64759-61CA-4F9E-8CEA-53E3BA9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C1AC0-1CC4-4476-804E-359C517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42DF7-38A2-4A50-B65A-F25DD98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15F5B-01AD-4215-8C26-9B141BC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9EFD6-1499-4D38-9F6D-CCFFE2B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73436fb4f4c69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f6fd3fa5f469f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0451C-1091-4C2E-9CC0-E283E25D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4BCCE-15D7-4B46-9CE9-1CC2E71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100A6-D031-41CD-B7B9-9054980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E8DDE-FAB4-4059-828B-E61713D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6742F-A41F-4FDC-B6EF-924AECE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18129-0814-43C2-A9BC-F4121C71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34787-DB7F-4435-AA52-7BFDAF1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0A4E2-8C5F-4771-A12F-C934029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F70ED-B26D-407F-9BEF-2BC4CE40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ADCE3-B343-4ED6-81B0-B81A4C0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3198E-68C3-4F8B-B2C2-9AAB0B9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FFC57B-804C-4EB3-ACCA-53D7211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DC177-BACB-4AB0-AFE5-BA172D3F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B4819-895E-4C6C-9C19-B3F69573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2073204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36F11D-8F55-440F-997E-A19A667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69D51-F5F0-4E18-8EFE-6AB5199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3F881-E946-459A-A3C7-BFC0369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F13D1-E6F9-42C5-B6A9-1D103CE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D273-4DDC-4D8D-8FB8-567FACAC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8EA8-7E19-4A39-A9B7-E89B4C5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65C7F-DAC1-47F1-9381-F89FDB11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45BE7-22EE-448C-938C-8AC5026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03E31-2E51-4E61-90FD-A5B6347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495E8-ED3F-4EC8-93C4-5879516D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F42EB-9B7D-43D8-B05E-FBAD4202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17BF4-1AE2-457E-B754-24FD3BD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5A027-8F6B-4BA3-A364-AF9B224F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FC7CC-59F4-4AC0-8981-5085336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1354-4A7D-43A1-8067-3D1984A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3048E-5793-462E-959A-0856F4B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9189E-EDB5-412B-9C23-AC5BAEFA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347DF-F1CD-4E0D-90DE-2AB0322B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7EE3-9FE7-4008-A21E-6300E700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E261D-396E-4DDD-979D-433EB82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46847-46C8-4784-888F-AABE14F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AE0BA-7209-479B-B36A-19C3E1D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DC669-8659-488F-A766-8AEC121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DEC26-CB95-402F-9D7E-4E50892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0BFE1-62FE-4728-BC18-77C91B1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536B8-CACE-4209-B058-786E2AB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60068-61FD-41AD-8AF7-0302D205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B47A7-D2BE-4EC8-A711-3986658A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BA373-41CB-42C7-89CA-0E5D21B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53D31-FE00-4B89-BFE3-34B7873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4514A-4BA9-4008-A1DA-BF10CBA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A01FE-7F8C-46D4-9D14-CAE17138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9A96D-865E-4B43-B213-E87322BC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7E9CF7-3599-4043-B106-87BD2EB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C5B15C-0FEB-4F4F-B777-5F765A8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5947BC-03E9-41DB-85B5-9E277F9E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474033-DDFB-4A6A-9C2A-0F9E350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5593F1-50EB-48A7-AF13-5C0B17F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2147329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DD2EB-1878-440E-B0F1-0FECB78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48269-41C3-4C33-AF90-368EF0C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76A45-26BE-47C9-B023-2C910D6C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AF2B0-C56E-4602-B5D9-43841A95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99593-D9CF-420A-84C2-865CA99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2CEBD-5EB7-4D38-853B-1441570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7775D-6923-4E01-B666-397E1E58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7CD70-92D7-499E-ABAE-D4B7F068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EFACA-6CD3-4B57-868E-77DE26A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8A72A-A6E2-4457-89A5-A622E4BB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6D6F7-CD13-4376-8CF3-8FBD40B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64B81-D149-4D06-8D67-CF1C3DE7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6FD45-0392-47D6-AE53-8A8A527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23798-D0CE-47A7-9EF8-2DC210C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7A0C1-CF82-48F3-B7BE-44746A8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C142E-A26B-4F09-8B19-86FD173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82F69-43B2-49E3-AE77-A660C8B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AF953-BD0C-4014-BE3F-6DD6D07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05C6C-DEBE-43E1-9994-8AFA5621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C469E-8130-41A2-9D8B-F5492B9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05B51-4A74-4BDB-8022-057B51F4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8275E-F460-4786-85D6-5ECBE20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87804-8CFC-422B-868C-7DE825F5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6E991-AB10-4C03-A5A3-F18A5EB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F2C07-D095-43CC-B6AD-1325BD4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1D7A0-158E-4A55-8384-F626382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FE6C5-776D-44C1-A01F-C379097F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DE4DF-6B6E-42E9-8D74-91CCC8F0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E335D-2BC5-4F0F-9E0D-94610A3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05092-9A6C-4079-A338-31C0669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B2F63-A1F3-4E9D-8DEA-F9CC26B1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92E03-49D8-40D9-A5C0-8B81D82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2BC838-9444-45FA-803F-E5A3073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05B45-5E62-4BB9-9634-961352BD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E1B36-B030-432E-BB94-28CD911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064AE-FB09-44BA-AEBA-2D790788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98610-AF1B-45BA-B69D-1CF2ED8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932E8B-5AC6-400B-92A7-C829FA21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55CCE-EBC7-438B-9231-A58089F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857817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C957C-64C0-4848-986D-E78FA4D7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04116-574A-4F2F-B518-8CDA2E3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18D6F-669E-4F63-BDDF-69B4510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F3E4C-37A0-4ED9-8803-15C74D95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74A46-2F28-453E-B670-97008050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5A069-E850-48DF-B0E8-399C50DF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CF4A6-4F54-4CAC-A997-D466B646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89D9-20DC-471E-871D-2363D25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680E8-BE3B-44E9-A1E9-8C8A47E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46802-18DE-4EBE-9ADB-CE653E1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4CA59-F8DD-4FFF-9A16-2428124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D5D7C-1067-49E1-93D7-63A1FDD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A3B23-55A8-4380-92F3-232C35F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B28DA-53AD-4A9F-9C2B-E4CF068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B511A-2D61-4138-BF48-F95DC914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62407-D606-4FC8-B22B-75229A5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0DD2E-0BBC-47B9-8B65-BF631B9E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7E4C7-1722-4027-8F23-0DBB45E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24D59-C03A-4CDC-95EA-2D36480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227C1-6E74-4D50-927D-068BAC8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2E9DE-3058-46C2-8A92-1C03F44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237439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2026-10-01T14:27:12.0690000Z</dcterms:created>
  <dcterms:modified xsi:type="dcterms:W3CDTF">2026-10-01T14:27:12.0690000Z</dcterms:modified>
</coreProperties>
</file>